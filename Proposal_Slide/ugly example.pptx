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15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0959BCF-7812-4D41-AA50-5D281D444B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2AFFBE4F-7397-4FD9-ACA9-3B942C1660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4D08D1E-41BA-40ED-B55F-144D85621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63165-2991-4FD1-9FC5-7D6276D2CC52}" type="datetimeFigureOut">
              <a:rPr lang="zh-TW" altLang="en-US" smtClean="0"/>
              <a:t>2025/04/25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989F5DD-E623-4899-9B16-792D7A87FC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DBD1A61-BE44-4E0F-AE53-792B3AB78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D1556-9566-4842-B8FD-5D30933E5F0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9261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AE4293A-D873-4D42-81A9-2D2AABA49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781BA85-3332-45C7-B9E2-C52D21902A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7046422-E606-4DD8-B3AB-0824BF2F61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63165-2991-4FD1-9FC5-7D6276D2CC52}" type="datetimeFigureOut">
              <a:rPr lang="zh-TW" altLang="en-US" smtClean="0"/>
              <a:t>2025/04/25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9815E71-799F-423A-B285-6CE36D710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C8BF25D-DB61-4D11-A5F5-60CA55FE7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D1556-9566-4842-B8FD-5D30933E5F0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01882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DDE405C-630D-4109-B108-2E2B228EE6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B26E2C4-8B81-4714-A3DB-EFF119A72B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756B782-E40C-422F-9660-0160CFF1DD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63165-2991-4FD1-9FC5-7D6276D2CC52}" type="datetimeFigureOut">
              <a:rPr lang="zh-TW" altLang="en-US" smtClean="0"/>
              <a:t>2025/04/25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30547A6-277B-4240-A57A-7F6DD7404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A488991-AFEC-4E68-B6B7-DF63FA6CF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D1556-9566-4842-B8FD-5D30933E5F0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729169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F5E04B7-4CB4-43E1-B9E2-BF1D381B1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B31F18C-640D-4DCA-BDC7-27C30C604E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363446F-9E27-4506-B98D-23B48F459A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2230596-3D5F-4660-8EFD-AA32E5DA4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63165-2991-4FD1-9FC5-7D6276D2CC52}" type="datetimeFigureOut">
              <a:rPr lang="zh-TW" altLang="en-US" smtClean="0"/>
              <a:t>2025/04/25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2124F37-CC8A-43CF-BDE6-74985FF08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703CB09-3F05-4A3A-AE5B-1DAD6E186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D1556-9566-4842-B8FD-5D30933E5F0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468376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AB77A30-3DBE-4A94-9B97-28F908EFD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D13F481-4106-482B-8D90-9C90CA1AC7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AA58BE8-9F22-43BB-A5BC-E9CAFB6D7C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B54C48E0-5754-485A-8410-D934AA63E6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58D2A22C-5814-4955-A7E1-03332BD566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276DCFE5-C01B-4841-ABC9-E7AE6D9355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63165-2991-4FD1-9FC5-7D6276D2CC52}" type="datetimeFigureOut">
              <a:rPr lang="zh-TW" altLang="en-US" smtClean="0"/>
              <a:t>2025/04/25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86A4B73F-7A29-4A02-9CE6-5B500916A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15C9B6FA-9D09-4C6F-8E7B-0F8F936DD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D1556-9566-4842-B8FD-5D30933E5F0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39023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667920F-02B6-4DF6-AD3A-8F59D0C7C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253528C9-A8EA-422D-A642-FBF2D47B0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63165-2991-4FD1-9FC5-7D6276D2CC52}" type="datetimeFigureOut">
              <a:rPr lang="zh-TW" altLang="en-US" smtClean="0"/>
              <a:t>2025/04/25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0BE5422-94AF-4C47-821F-0FBEF3A3D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7DECE0D-35A4-4D34-A919-047969363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D1556-9566-4842-B8FD-5D30933E5F0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64046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9F8A44D2-A2AF-440E-897B-D939BD6A18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63165-2991-4FD1-9FC5-7D6276D2CC52}" type="datetimeFigureOut">
              <a:rPr lang="zh-TW" altLang="en-US" smtClean="0"/>
              <a:t>2025/04/25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2A070580-AE4C-4672-865F-76B190FDD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941F435-88BA-4A3F-8D65-C4F5FD875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D1556-9566-4842-B8FD-5D30933E5F0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289518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46F56F4-F870-4DDE-AFE7-DEF90B10E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2CEC9B9-F8FE-4EC6-9430-459C1E40EF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57877D0F-A20D-47B9-9CB5-6F15EED25B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69E65DF-E414-4743-B58D-92A7B2FA7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63165-2991-4FD1-9FC5-7D6276D2CC52}" type="datetimeFigureOut">
              <a:rPr lang="zh-TW" altLang="en-US" smtClean="0"/>
              <a:t>2025/04/25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E1FF040-45FA-4902-AB57-948A556BF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DC54A75-ED97-414C-BC34-07BC4E371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D1556-9566-4842-B8FD-5D30933E5F0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129134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A69A5D7-5752-4935-977E-79FFBB506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673255AD-9086-4E87-BD72-88476FD311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AB6DAA5B-D2C9-417E-99B0-254F784393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F0A78C1-E57A-4841-8694-96DCAA45E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63165-2991-4FD1-9FC5-7D6276D2CC52}" type="datetimeFigureOut">
              <a:rPr lang="zh-TW" altLang="en-US" smtClean="0"/>
              <a:t>2025/04/25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C6FF921-7E5C-4ADA-B958-9B2FD641B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5D6DCAB-6385-447D-ACC1-26421E051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D1556-9566-4842-B8FD-5D30933E5F0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799892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38DCA6E-A083-4E07-B633-16258169AE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D5D99DBE-BCF0-487F-94BB-73220CF2D1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FECE98D-55DF-4210-AABB-1D796BB5C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63165-2991-4FD1-9FC5-7D6276D2CC52}" type="datetimeFigureOut">
              <a:rPr lang="zh-TW" altLang="en-US" smtClean="0"/>
              <a:t>2025/04/25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C6B02A0-3A5D-443E-8E25-2809BEFDB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7FA6F4C-1FED-4BD4-B4ED-E292A965B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D1556-9566-4842-B8FD-5D30933E5F0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950848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BEFBC2DA-AFE8-4E88-9843-DFA80CC28B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1005AFB4-B7AE-4354-B28E-3F92A89DD9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976A1A7-D179-4985-9710-5C120A304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63165-2991-4FD1-9FC5-7D6276D2CC52}" type="datetimeFigureOut">
              <a:rPr lang="zh-TW" altLang="en-US" smtClean="0"/>
              <a:t>2025/04/25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33A201B-6CDD-41EE-8496-FCD43C1BB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7C7F483-6613-4998-8745-94A24D956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D1556-9566-4842-B8FD-5D30933E5F0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028481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8BD775D3-E6D6-4666-907C-442BF0B2FB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BA3F32E-D486-4875-B490-0B4AB0265C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A64043B-DA36-44A1-9CD4-06FB887B24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A63165-2991-4FD1-9FC5-7D6276D2CC52}" type="datetimeFigureOut">
              <a:rPr lang="zh-TW" altLang="en-US" smtClean="0"/>
              <a:t>2025/04/25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52DE6DA-4CC6-4247-8291-821E0A9F28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A5F67EC-9AE8-432E-A62E-67A6BDAD73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5D1556-9566-4842-B8FD-5D30933E5F0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48916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圓角 3">
            <a:extLst>
              <a:ext uri="{FF2B5EF4-FFF2-40B4-BE49-F238E27FC236}">
                <a16:creationId xmlns:a16="http://schemas.microsoft.com/office/drawing/2014/main" id="{5803DF5B-FF97-4D72-82BF-040E9D45AEB9}"/>
              </a:ext>
            </a:extLst>
          </p:cNvPr>
          <p:cNvSpPr/>
          <p:nvPr/>
        </p:nvSpPr>
        <p:spPr>
          <a:xfrm>
            <a:off x="833480" y="558350"/>
            <a:ext cx="2929316" cy="428068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Market Gate 1</a:t>
            </a:r>
          </a:p>
          <a:p>
            <a:r>
              <a:rPr lang="en-US" altLang="zh-TW" dirty="0"/>
              <a:t>Market index -</a:t>
            </a:r>
          </a:p>
          <a:p>
            <a:r>
              <a:rPr lang="en-US" altLang="zh-TW" dirty="0"/>
              <a:t>Interest rate –</a:t>
            </a:r>
          </a:p>
          <a:p>
            <a:r>
              <a:rPr lang="en-US" altLang="zh-TW" dirty="0"/>
              <a:t>Inflation rate - </a:t>
            </a:r>
            <a:endParaRPr lang="zh-TW" altLang="en-US" dirty="0"/>
          </a:p>
        </p:txBody>
      </p:sp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8497D3B7-0123-49BB-97EF-913D9C226887}"/>
              </a:ext>
            </a:extLst>
          </p:cNvPr>
          <p:cNvCxnSpPr/>
          <p:nvPr/>
        </p:nvCxnSpPr>
        <p:spPr>
          <a:xfrm>
            <a:off x="2387150" y="2581358"/>
            <a:ext cx="38032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>
            <a:extLst>
              <a:ext uri="{FF2B5EF4-FFF2-40B4-BE49-F238E27FC236}">
                <a16:creationId xmlns:a16="http://schemas.microsoft.com/office/drawing/2014/main" id="{42B517A5-3E37-4524-8BF9-25347152DB33}"/>
              </a:ext>
            </a:extLst>
          </p:cNvPr>
          <p:cNvCxnSpPr/>
          <p:nvPr/>
        </p:nvCxnSpPr>
        <p:spPr>
          <a:xfrm>
            <a:off x="2349387" y="2822771"/>
            <a:ext cx="38032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C4A59724-1339-4CD8-88B3-45B3A9ECE82A}"/>
              </a:ext>
            </a:extLst>
          </p:cNvPr>
          <p:cNvCxnSpPr/>
          <p:nvPr/>
        </p:nvCxnSpPr>
        <p:spPr>
          <a:xfrm>
            <a:off x="2333202" y="3096552"/>
            <a:ext cx="38032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>
            <a:extLst>
              <a:ext uri="{FF2B5EF4-FFF2-40B4-BE49-F238E27FC236}">
                <a16:creationId xmlns:a16="http://schemas.microsoft.com/office/drawing/2014/main" id="{07508805-8592-4761-9961-9B8061C65565}"/>
              </a:ext>
            </a:extLst>
          </p:cNvPr>
          <p:cNvSpPr/>
          <p:nvPr/>
        </p:nvSpPr>
        <p:spPr>
          <a:xfrm>
            <a:off x="2937409" y="2484254"/>
            <a:ext cx="704007" cy="8091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Gate</a:t>
            </a:r>
            <a:endParaRPr lang="zh-TW" altLang="en-US" dirty="0"/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5B81B34F-333A-427C-A167-7A71718DD920}"/>
              </a:ext>
            </a:extLst>
          </p:cNvPr>
          <p:cNvSpPr/>
          <p:nvPr/>
        </p:nvSpPr>
        <p:spPr>
          <a:xfrm>
            <a:off x="4402067" y="558350"/>
            <a:ext cx="2929316" cy="428068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Industry Gate 2</a:t>
            </a:r>
          </a:p>
          <a:p>
            <a:pPr algn="ctr"/>
            <a:endParaRPr lang="en-US" altLang="zh-TW" dirty="0"/>
          </a:p>
          <a:p>
            <a:pPr algn="ctr"/>
            <a:endParaRPr lang="en-US" altLang="zh-TW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F8C9A27-610F-4608-BD9F-3D044337E1A6}"/>
              </a:ext>
            </a:extLst>
          </p:cNvPr>
          <p:cNvSpPr/>
          <p:nvPr/>
        </p:nvSpPr>
        <p:spPr>
          <a:xfrm>
            <a:off x="4574696" y="2691964"/>
            <a:ext cx="704007" cy="8091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製造業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5F1406D-B81E-4322-8D97-A10A3672D56D}"/>
              </a:ext>
            </a:extLst>
          </p:cNvPr>
          <p:cNvSpPr/>
          <p:nvPr/>
        </p:nvSpPr>
        <p:spPr>
          <a:xfrm>
            <a:off x="5514721" y="2698693"/>
            <a:ext cx="704007" cy="8091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金融業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7850A12-F753-4772-8AF7-6A1397644D60}"/>
              </a:ext>
            </a:extLst>
          </p:cNvPr>
          <p:cNvSpPr/>
          <p:nvPr/>
        </p:nvSpPr>
        <p:spPr>
          <a:xfrm>
            <a:off x="6391357" y="2698693"/>
            <a:ext cx="704007" cy="8091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電信業</a:t>
            </a:r>
          </a:p>
        </p:txBody>
      </p: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F3FD3A1A-CDD5-47DF-A83C-0499A06DDA1E}"/>
              </a:ext>
            </a:extLst>
          </p:cNvPr>
          <p:cNvCxnSpPr/>
          <p:nvPr/>
        </p:nvCxnSpPr>
        <p:spPr>
          <a:xfrm>
            <a:off x="5866724" y="3722336"/>
            <a:ext cx="0" cy="17640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矩形 15">
            <a:extLst>
              <a:ext uri="{FF2B5EF4-FFF2-40B4-BE49-F238E27FC236}">
                <a16:creationId xmlns:a16="http://schemas.microsoft.com/office/drawing/2014/main" id="{B61339D9-49CA-4706-A651-3F6535591016}"/>
              </a:ext>
            </a:extLst>
          </p:cNvPr>
          <p:cNvSpPr/>
          <p:nvPr/>
        </p:nvSpPr>
        <p:spPr>
          <a:xfrm>
            <a:off x="4964462" y="5543044"/>
            <a:ext cx="1804524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mask</a:t>
            </a:r>
            <a:endParaRPr lang="zh-TW" altLang="en-US" dirty="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94BABCB-D31C-4EFF-BE14-70F138DF8EA5}"/>
              </a:ext>
            </a:extLst>
          </p:cNvPr>
          <p:cNvSpPr/>
          <p:nvPr/>
        </p:nvSpPr>
        <p:spPr>
          <a:xfrm>
            <a:off x="4964462" y="6071050"/>
            <a:ext cx="1804524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Rescale feature on </a:t>
            </a:r>
            <a:r>
              <a:rPr lang="zh-TW" altLang="en-US" dirty="0"/>
              <a:t>該類股</a:t>
            </a:r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191E01C1-1355-4EBB-B752-4B9AFA7BDBC3}"/>
              </a:ext>
            </a:extLst>
          </p:cNvPr>
          <p:cNvSpPr/>
          <p:nvPr/>
        </p:nvSpPr>
        <p:spPr>
          <a:xfrm>
            <a:off x="8003020" y="551621"/>
            <a:ext cx="2929316" cy="428068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上下游新聞</a:t>
            </a:r>
            <a:endParaRPr lang="en-US" altLang="zh-TW" dirty="0"/>
          </a:p>
          <a:p>
            <a:pPr algn="ctr"/>
            <a:endParaRPr lang="en-US" altLang="zh-TW" dirty="0"/>
          </a:p>
          <a:p>
            <a:pPr algn="ctr"/>
            <a:endParaRPr lang="en-US" altLang="zh-TW" dirty="0"/>
          </a:p>
        </p:txBody>
      </p:sp>
      <p:cxnSp>
        <p:nvCxnSpPr>
          <p:cNvPr id="23" name="直線接點 22">
            <a:extLst>
              <a:ext uri="{FF2B5EF4-FFF2-40B4-BE49-F238E27FC236}">
                <a16:creationId xmlns:a16="http://schemas.microsoft.com/office/drawing/2014/main" id="{BB55C0C4-7CD1-476B-9560-417D96EC30F5}"/>
              </a:ext>
            </a:extLst>
          </p:cNvPr>
          <p:cNvCxnSpPr/>
          <p:nvPr/>
        </p:nvCxnSpPr>
        <p:spPr>
          <a:xfrm>
            <a:off x="8820319" y="2888842"/>
            <a:ext cx="1149069" cy="71211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>
            <a:extLst>
              <a:ext uri="{FF2B5EF4-FFF2-40B4-BE49-F238E27FC236}">
                <a16:creationId xmlns:a16="http://schemas.microsoft.com/office/drawing/2014/main" id="{C2619549-5659-4AC5-81B9-5636CAF72955}"/>
              </a:ext>
            </a:extLst>
          </p:cNvPr>
          <p:cNvCxnSpPr>
            <a:cxnSpLocks/>
          </p:cNvCxnSpPr>
          <p:nvPr/>
        </p:nvCxnSpPr>
        <p:spPr>
          <a:xfrm flipV="1">
            <a:off x="8820319" y="2822771"/>
            <a:ext cx="1011504" cy="89956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接點 26">
            <a:extLst>
              <a:ext uri="{FF2B5EF4-FFF2-40B4-BE49-F238E27FC236}">
                <a16:creationId xmlns:a16="http://schemas.microsoft.com/office/drawing/2014/main" id="{343F7219-157A-4F7D-BEFA-C830062B4B8D}"/>
              </a:ext>
            </a:extLst>
          </p:cNvPr>
          <p:cNvCxnSpPr>
            <a:cxnSpLocks/>
          </p:cNvCxnSpPr>
          <p:nvPr/>
        </p:nvCxnSpPr>
        <p:spPr>
          <a:xfrm>
            <a:off x="8796040" y="3429000"/>
            <a:ext cx="1173348" cy="12711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單箭頭接點 29">
            <a:extLst>
              <a:ext uri="{FF2B5EF4-FFF2-40B4-BE49-F238E27FC236}">
                <a16:creationId xmlns:a16="http://schemas.microsoft.com/office/drawing/2014/main" id="{D1AF8523-F6E8-4F0B-A843-45845AC788CF}"/>
              </a:ext>
            </a:extLst>
          </p:cNvPr>
          <p:cNvCxnSpPr/>
          <p:nvPr/>
        </p:nvCxnSpPr>
        <p:spPr>
          <a:xfrm>
            <a:off x="9118376" y="3446533"/>
            <a:ext cx="0" cy="17640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矩形 30">
            <a:extLst>
              <a:ext uri="{FF2B5EF4-FFF2-40B4-BE49-F238E27FC236}">
                <a16:creationId xmlns:a16="http://schemas.microsoft.com/office/drawing/2014/main" id="{A341323D-B48D-4ACD-8E2C-A3C429B782C2}"/>
              </a:ext>
            </a:extLst>
          </p:cNvPr>
          <p:cNvSpPr/>
          <p:nvPr/>
        </p:nvSpPr>
        <p:spPr>
          <a:xfrm>
            <a:off x="8216114" y="5267241"/>
            <a:ext cx="1804524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mask</a:t>
            </a:r>
            <a:endParaRPr lang="zh-TW" altLang="en-US" dirty="0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8F3A7A8E-0754-42A1-89E6-9A70F0BCFBFF}"/>
              </a:ext>
            </a:extLst>
          </p:cNvPr>
          <p:cNvSpPr/>
          <p:nvPr/>
        </p:nvSpPr>
        <p:spPr>
          <a:xfrm>
            <a:off x="8216113" y="5795247"/>
            <a:ext cx="3088459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跟該公司的新聞 變新的</a:t>
            </a:r>
            <a:r>
              <a:rPr lang="en-US" altLang="zh-TW" dirty="0"/>
              <a:t>feature</a:t>
            </a:r>
            <a:endParaRPr lang="zh-TW" altLang="en-US" dirty="0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30B55BAE-925E-4D57-AE8C-3D4ECF51B135}"/>
              </a:ext>
            </a:extLst>
          </p:cNvPr>
          <p:cNvSpPr/>
          <p:nvPr/>
        </p:nvSpPr>
        <p:spPr>
          <a:xfrm>
            <a:off x="1447125" y="5842450"/>
            <a:ext cx="1804524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Rescale feature</a:t>
            </a:r>
          </a:p>
          <a:p>
            <a:pPr algn="ctr"/>
            <a:r>
              <a:rPr lang="en-US" altLang="zh-TW" dirty="0"/>
              <a:t>on </a:t>
            </a:r>
            <a:r>
              <a:rPr lang="zh-TW" altLang="en-US" dirty="0"/>
              <a:t>全部</a:t>
            </a:r>
          </a:p>
        </p:txBody>
      </p:sp>
    </p:spTree>
    <p:extLst>
      <p:ext uri="{BB962C8B-B14F-4D97-AF65-F5344CB8AC3E}">
        <p14:creationId xmlns:p14="http://schemas.microsoft.com/office/powerpoint/2010/main" val="10558073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</Words>
  <Application>Microsoft Office PowerPoint</Application>
  <PresentationFormat>寬螢幕</PresentationFormat>
  <Paragraphs>16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6" baseType="lpstr">
      <vt:lpstr>新細明體</vt:lpstr>
      <vt:lpstr>Arial</vt:lpstr>
      <vt:lpstr>Calibri</vt:lpstr>
      <vt:lpstr>Calibri Light</vt:lpstr>
      <vt:lpstr>Office 佈景主題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陳以瑄</dc:creator>
  <cp:lastModifiedBy>陳以瑄</cp:lastModifiedBy>
  <cp:revision>1</cp:revision>
  <dcterms:created xsi:type="dcterms:W3CDTF">2025-04-25T06:34:39Z</dcterms:created>
  <dcterms:modified xsi:type="dcterms:W3CDTF">2025-04-25T06:35:20Z</dcterms:modified>
</cp:coreProperties>
</file>